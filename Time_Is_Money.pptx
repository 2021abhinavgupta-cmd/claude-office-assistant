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Time Is Money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Every second you waste is cash leaving your pocket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You don't lose time. You spend it.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The question is: are you getting a return?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This deck will change how you see every hour of your day.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https://images.unsplash.com/photo-1501139083538-0139583c060f?w=1200</a:t>
            </a:r>
          </a:p>
        </p:txBody>
      </p:sp>
      <p:pic>
        <p:nvPicPr>
          <p:cNvPr id="6" name="Picture 5" descr="tmpntic9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Benjamin Franklin said it in 1748 — most people still haven't listened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"Time is Money" — first written in Advice to a Young Tradesman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276 years later, the majority still trade time for pennies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The idea is old. The execution is rare.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https://images.unsplash.com/photo-1554224155-6726b3ff858f?w=1200</a:t>
            </a:r>
          </a:p>
        </p:txBody>
      </p:sp>
      <p:pic>
        <p:nvPicPr>
          <p:cNvPr id="6" name="Picture 5" descr="tmpmu6uxk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You have exactly 24 hours. So does Elon Musk.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Time is the only resource distributed equally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What separates outcomes is how deliberately you spend it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Every high-performer treats time like a limited asset — because it is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https://images.unsplash.com/photo-1506784983877-45594efa4cbe?w=1200</a:t>
            </a:r>
          </a:p>
        </p:txBody>
      </p:sp>
      <p:pic>
        <p:nvPicPr>
          <p:cNvPr id="6" name="Picture 5" descr="tmpa_m489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Wasted time has a real price tag — and it's bigger than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An average professional wastes 2.5 hours/day on low-value tasks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That's 912 hours a year — over 38 full days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At ₹1,000/hr, that's ₹9.1 lakh vanishing annually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https://images.unsplash.com/photo-1611974789855-9c2a0a7236a3?w=1200</a:t>
            </a:r>
          </a:p>
        </p:txBody>
      </p:sp>
      <p:pic>
        <p:nvPicPr>
          <p:cNvPr id="6" name="Picture 5" descr="tmpfjo85mx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Your calendar is your financial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What you schedule = what you invest in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Most people's calendars are full of other people's priorities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Audit your last 7 days — where did your time actually go?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https://images.unsplash.com/photo-1484480974693-6ca0a78fb36b?w=1200</a:t>
            </a:r>
          </a:p>
        </p:txBody>
      </p:sp>
      <p:pic>
        <p:nvPicPr>
          <p:cNvPr id="6" name="Picture 5" descr="tmp6ds2qci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three ways people spend time — only one builds wealth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Consuming — scrolling, watching, passively absorbing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Trading — hours for salary, time for money (linear)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Investing — building systems, skills, assets that pay without you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https://images.unsplash.com/photo-1460925895917-afdab827c52f?w=1200</a:t>
            </a:r>
          </a:p>
        </p:txBody>
      </p:sp>
      <p:pic>
        <p:nvPicPr>
          <p:cNvPr id="6" name="Picture 5" descr="tmp5rj6rm_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Urgency is a trap — important work rarely feels urgent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The Eisenhower Matrix: Urgent vs Important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Most people live in Urgent + Not Important — reactive mode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Wealth is built in the Not Urgent + Important quadrant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https://images.unsplash.com/photo-1512314889357-e157c22f938d?w=1200</a:t>
            </a:r>
          </a:p>
        </p:txBody>
      </p:sp>
      <p:pic>
        <p:nvPicPr>
          <p:cNvPr id="6" name="Picture 5" descr="tmp2o94i8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Saying yes to everything is a financial decision — and it's costing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Every "yes" to low-value work is a "no" to high-value opportunity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Delegation, automation, and boundaries are not laziness — they're ROI strategy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The most productive people are masters of the strategic "no"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https://images.unsplash.com/photo-1434030216411-0b793f4b4173?w=1200</a:t>
            </a:r>
          </a:p>
        </p:txBody>
      </p:sp>
      <p:pic>
        <p:nvPicPr>
          <p:cNvPr id="6" name="Picture 5" descr="tmp7aw1fw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Three habits that turn time into compounding returns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Time-blocking — protect your peak hours like a boardroom meeting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Weekly review — reflect, recalibrate, cut what doesn't compound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One high-leverage task daily — one action that makes everything else easier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https://images.unsplash.com/photo-1519389950473-47ba0277781c?w=1200</a:t>
            </a:r>
          </a:p>
        </p:txBody>
      </p:sp>
      <p:pic>
        <p:nvPicPr>
          <p:cNvPr id="6" name="Picture 5" descr="tmpam76kcr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clock is running — what are you building with what's left?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Time spent well = freedom, wealth, impact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Time spent poorly = regret, scarcity, dependence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Start your time audit today. One week will show you everything.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IMAGE: https://images.unsplash.com/photo-1495364141860-b0d03eccd065?w=1200</a:t>
            </a:r>
          </a:p>
        </p:txBody>
      </p:sp>
      <p:pic>
        <p:nvPicPr>
          <p:cNvPr id="6" name="Picture 5" descr="tmp2wnqx1b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