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Web Animation Tools &amp; Techniques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Animation Stack Shifted in 2024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3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263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You can now build premium animations three ways: no-code visual tools, lightweight JavaScript, or full WebGL. Most agencies pick wrong. This is how to choose.</a:t>
            </a:r>
          </a:p>
        </p:txBody>
      </p:sp>
      <p:pic>
        <p:nvPicPr>
          <p:cNvPr id="6" name="Picture 5" descr="tmpu1pmvsw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34440"/>
            <a:ext cx="5166360" cy="33904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Three Paths Forward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3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263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Path 1: Design in Browser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Framer, Webflow, Spline — zero code. Export live sites. Best for teams without developers.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Path 2: Light Code + GSAP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GSAP + ScrollTrigger + Lenis. 50 lines of JavaScript. The sweet spot for most agency work.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Path 3: Full 3D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Three.js, React Three Fiber, WebGL. 6-12 months to master. Used by Lusion, Noomo, Hashgraph VC.</a:t>
            </a:r>
          </a:p>
        </p:txBody>
      </p:sp>
      <p:pic>
        <p:nvPicPr>
          <p:cNvPr id="6" name="Picture 5" descr="tmpo_yvj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34440"/>
            <a:ext cx="5166360" cy="33904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No-Code Leaders (Design &amp; Export)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3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263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Tool · Best For · Learning Curve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Framer · Scroll animations, page transitions · 2 hours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Webflow · Client-ready sites, deep interactions · 1 week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Spline · 3D scenes, embeds · 3 days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Rive · Exported micro-interactions · 1 day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Start here if you're not comfortable with code.</a:t>
            </a:r>
          </a:p>
        </p:txBody>
      </p:sp>
      <p:pic>
        <p:nvPicPr>
          <p:cNvPr id="6" name="Picture 5" descr="tmpj6opla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34440"/>
            <a:ext cx="5166360" cy="33904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GSAP + Lenis Combo is the Agency Standard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3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263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Most professional agency sites (Noomo, Hashgraph VC, many others) use this exact stack: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Nuxt or Next.js for page structure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GSAP + ScrollTrigger for animations tied to scroll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Lenis for buttery smooth scrolling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Barba.js for page transitions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Result: Immersive, premium feel. Real code, but not overwhelming.</a:t>
            </a:r>
          </a:p>
        </p:txBody>
      </p:sp>
      <p:pic>
        <p:nvPicPr>
          <p:cNvPr id="6" name="Picture 5" descr="tmpto465qj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34440"/>
            <a:ext cx="5166360" cy="33904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ScrollTrigger is the Game-Changer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3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263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Connects animations directly to scroll position instead of time.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What you get: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Elements animate as you scroll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Progress synced perfectly to user scroll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Parallax, stagger, reveal effects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Works on mobile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Why it matters: This single feature is why agency sites feel premium.</a:t>
            </a:r>
          </a:p>
        </p:txBody>
      </p:sp>
      <p:pic>
        <p:nvPicPr>
          <p:cNvPr id="6" name="Picture 5" descr="tmpi47_ok6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34440"/>
            <a:ext cx="5166360" cy="33904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3D / WebGL Landscape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3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263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Browser 3D Engines: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Three.js (industry standard, steepest curve)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Babylon.js (more built-in features, Microsoft-backed)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OGL (minimal, lightweight)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WebGPU (next-gen, 10x faster, not ready yet)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React-Specific: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React Three Fiber (Three.js in JSX)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TresJS (Three.js in Vue/Nuxt)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Most creative agencies still use Three.js despite the learning curve.</a:t>
            </a:r>
          </a:p>
        </p:txBody>
      </p:sp>
      <p:pic>
        <p:nvPicPr>
          <p:cNvPr id="6" name="Picture 5" descr="tmpufiw5r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34440"/>
            <a:ext cx="5166360" cy="33904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Shader Effects (The Advanced Move)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3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263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GLSL shaders run on GPU. Unlock: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Image distortion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Procedural generative effects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Real-time color manipulation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Particle systems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Tools: Curtains.js (easiest), glslCanvas (prototyping), custom Three.js shaders (most control).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Reality: Most agencies don't need this. But when they do, it separates their work from everyone else's.</a:t>
            </a:r>
          </a:p>
        </p:txBody>
      </p:sp>
      <p:pic>
        <p:nvPicPr>
          <p:cNvPr id="6" name="Picture 5" descr="tmpopu6_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34440"/>
            <a:ext cx="5166360" cy="33904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Text Animation Strategies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3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263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Split + Stagger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Break headlines into characters, words, or lines. Animate each with a delay between them. Spelling effect.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Tools: GSAP SplitText (paid, powerful) or SplitType (free alternative).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Use case: Hero headlines that spell themselves. Section intros that reveal line-by-line.</a:t>
            </a:r>
          </a:p>
        </p:txBody>
      </p:sp>
      <p:pic>
        <p:nvPicPr>
          <p:cNvPr id="6" name="Picture 5" descr="tmp895zgg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34440"/>
            <a:ext cx="5166360" cy="33904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Page Transitions Create Immersion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3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263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When you click a link, the page animates away and the next one animates in. No white flash. User stays immersed.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How it works: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User clicks link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Current page animates out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New page loads silently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New page animates in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URL updates, no reload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Tools: Barba.js (most mature), Swup (lighter), View Transitions API (native, browser-only).</a:t>
            </a:r>
          </a:p>
        </p:txBody>
      </p:sp>
      <p:pic>
        <p:nvPicPr>
          <p:cNvPr id="6" name="Picture 5" descr="tmput4y2k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34440"/>
            <a:ext cx="5166360" cy="33904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Microinteractions Win Conversions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3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263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Small purposeful animations that give feedback: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Loading spinners that reassure users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Button states that respond to clicks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Success checkmarks that celebrate form completion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Delete confirmations that prevent accidents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Tools: Rive (export once, use everywhere), mo.js (burst effects), custom GSAP.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Insight: Users remember sites that respond to their actions.</a:t>
            </a:r>
          </a:p>
        </p:txBody>
      </p:sp>
      <p:pic>
        <p:nvPicPr>
          <p:cNvPr id="6" name="Picture 5" descr="tmpn29we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34440"/>
            <a:ext cx="5166360" cy="33904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Physics-Based Motion Feels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3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263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Spring animations, gravity, inertia, collision detection. Elements move like they have mass.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When to use: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Draggable interfaces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Ball drop interactions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Bounce-back effects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Game-like responsiveness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Tools: Popmotion (springs), Matter.js (2D physics), Rapier (3D physics).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Reality: Most clients don't ask for it, but when they see it, they love it.</a:t>
            </a:r>
          </a:p>
        </p:txBody>
      </p:sp>
      <p:pic>
        <p:nvPicPr>
          <p:cNvPr id="6" name="Picture 5" descr="tmpjagsjwk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34440"/>
            <a:ext cx="5166360" cy="33904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Learning Path (By Timeline)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3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263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Goal · Time · Stack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Launch animated landing page · 2 weeks · Framer or Webflow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Build agency-grade scroll site · 4 weeks · Nuxt + GSAP + Lenis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Ship 3D product showcase · 3 months · React Three Fiber or Three.js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Master all techniques · 1-2 years · Full depth in GSAP, Three.js, Shaders</a:t>
            </a:r>
          </a:p>
        </p:txBody>
      </p:sp>
      <p:pic>
        <p:nvPicPr>
          <p:cNvPr id="6" name="Picture 5" descr="tmp5rif3d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34440"/>
            <a:ext cx="5166360" cy="339042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Most Agencies Get This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3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263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They choose the hardest path for the simplest problems.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Wrong: "We need animations so let's learn Three.js."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Result: 6-month project for a scroll effect.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Right: "We need scroll animations so let's use GSAP + ScrollTrigger."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Result: 2-week project, ships on time.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Know the tradeoff: Power vs. speed. Match the tool to the scope.</a:t>
            </a:r>
          </a:p>
        </p:txBody>
      </p:sp>
      <p:pic>
        <p:nvPicPr>
          <p:cNvPr id="6" name="Picture 5" descr="tmp7ezw0f_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34440"/>
            <a:ext cx="5166360" cy="339042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Your Competitive Advantage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3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263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The gap between "good" and "wow" animation sites is not technical complexity.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It's: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Thoughtful scroll triggers (what moves when)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Smooth scroll feeling (Lenis)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Page transitions (Barba)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Microinteractions (Rive)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Performance (sites that don't stutter)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All of these are achievable in 4-8 weeks with GSAP. No Three.js needed.</a:t>
            </a:r>
          </a:p>
        </p:txBody>
      </p:sp>
      <p:pic>
        <p:nvPicPr>
          <p:cNvPr id="6" name="Picture 5" descr="tmpzx731u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34440"/>
            <a:ext cx="5166360" cy="339042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Decision Framework — Pick Your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3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263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You have 0 developers?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→ Framer or Webflow. Ship in 2 weeks.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You have 1 junior developer?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→ GSAP + Nuxt/Next. Agency standard. Proven.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You have a strong dev team?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→ Add Three.js for 3D. Invest in training.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You want to future-proof?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→ Start with GSAP, layer Three.js later. Don't start with Three.js.</a:t>
            </a:r>
          </a:p>
        </p:txBody>
      </p:sp>
      <p:pic>
        <p:nvPicPr>
          <p:cNvPr id="6" name="Picture 5" descr="tmp9kfyots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34440"/>
            <a:ext cx="5166360" cy="339042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Action: Start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1064240" cy="3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263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Week 1: Learn GSAP basics (animations 101)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Week 2: Learn ScrollTrigger (tied to scroll)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Week 3: Ship a real scroll-animated site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Then: Add Lenis + page transitions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By week 4, you'll ship client work that looks premium.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0F4FF"/>
                </a:solidFill>
                <a:latin typeface="Calibri"/>
              </a:rPr>
              <a:t>• Three.js can wait. Most clients won't need it for 12 months.</a:t>
            </a:r>
          </a:p>
        </p:txBody>
      </p:sp>
      <p:pic>
        <p:nvPicPr>
          <p:cNvPr id="6" name="Picture 5" descr="tmpfck5fkk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34440"/>
            <a:ext cx="5166360" cy="33904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